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5" Type="http://schemas.openxmlformats.org/officeDocument/2006/relationships/tableStyles" Target="tableStyles.xml"/><Relationship Id="rId10" Type="http://schemas.openxmlformats.org/officeDocument/2006/relationships/customXml" Target="../customXml/item3.xml"/><Relationship Id="rId4" Type="http://schemas.openxmlformats.org/officeDocument/2006/relationships/theme" Target="theme/theme1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10" cy="10287000"/>
            <a:chOff x="0" y="0"/>
            <a:chExt cx="24384013" cy="13716000"/>
          </a:xfrm>
        </p:grpSpPr>
        <p:sp>
          <p:nvSpPr>
            <p:cNvPr name="Freeform 3" id="3" descr="A painting of a person flying  Description automatically generat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498" t="0" r="-4249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3654838" cy="1397984"/>
            <a:chOff x="0" y="0"/>
            <a:chExt cx="4873117" cy="1863979"/>
          </a:xfrm>
        </p:grpSpPr>
        <p:sp>
          <p:nvSpPr>
            <p:cNvPr name="Freeform 5" id="5" descr="A black and white logo  Description automatically generated"/>
            <p:cNvSpPr/>
            <p:nvPr/>
          </p:nvSpPr>
          <p:spPr>
            <a:xfrm flipH="false" flipV="false" rot="0">
              <a:off x="0" y="0"/>
              <a:ext cx="4873117" cy="1863979"/>
            </a:xfrm>
            <a:custGeom>
              <a:avLst/>
              <a:gdLst/>
              <a:ahLst/>
              <a:cxnLst/>
              <a:rect r="r" b="b" t="t" l="l"/>
              <a:pathLst>
                <a:path h="1863979" w="4873117">
                  <a:moveTo>
                    <a:pt x="0" y="0"/>
                  </a:moveTo>
                  <a:lnTo>
                    <a:pt x="4873117" y="0"/>
                  </a:lnTo>
                  <a:lnTo>
                    <a:pt x="4873117" y="1863979"/>
                  </a:lnTo>
                  <a:lnTo>
                    <a:pt x="0" y="186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78625" y="4603861"/>
            <a:ext cx="3800723" cy="2231822"/>
            <a:chOff x="0" y="0"/>
            <a:chExt cx="5067630" cy="2975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67681" cy="2975737"/>
            </a:xfrm>
            <a:custGeom>
              <a:avLst/>
              <a:gdLst/>
              <a:ahLst/>
              <a:cxnLst/>
              <a:rect r="r" b="b" t="t" l="l"/>
              <a:pathLst>
                <a:path h="2975737" w="5067681">
                  <a:moveTo>
                    <a:pt x="0" y="0"/>
                  </a:moveTo>
                  <a:lnTo>
                    <a:pt x="5067681" y="0"/>
                  </a:lnTo>
                  <a:lnTo>
                    <a:pt x="5067681" y="2975737"/>
                  </a:lnTo>
                  <a:lnTo>
                    <a:pt x="0" y="2975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61901" y="2613050"/>
            <a:ext cx="3943179" cy="2000336"/>
            <a:chOff x="0" y="0"/>
            <a:chExt cx="5257571" cy="2667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57546" cy="2667127"/>
            </a:xfrm>
            <a:custGeom>
              <a:avLst/>
              <a:gdLst/>
              <a:ahLst/>
              <a:cxnLst/>
              <a:rect r="r" b="b" t="t" l="l"/>
              <a:pathLst>
                <a:path h="2667127" w="5257546">
                  <a:moveTo>
                    <a:pt x="0" y="0"/>
                  </a:moveTo>
                  <a:lnTo>
                    <a:pt x="5257546" y="0"/>
                  </a:lnTo>
                  <a:lnTo>
                    <a:pt x="5257546" y="2667127"/>
                  </a:lnTo>
                  <a:lnTo>
                    <a:pt x="0" y="266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380119" y="3580581"/>
            <a:ext cx="2796111" cy="2370411"/>
            <a:chOff x="0" y="0"/>
            <a:chExt cx="3728148" cy="31605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28212" cy="3160522"/>
            </a:xfrm>
            <a:custGeom>
              <a:avLst/>
              <a:gdLst/>
              <a:ahLst/>
              <a:cxnLst/>
              <a:rect r="r" b="b" t="t" l="l"/>
              <a:pathLst>
                <a:path h="3160522" w="3728212">
                  <a:moveTo>
                    <a:pt x="0" y="0"/>
                  </a:moveTo>
                  <a:lnTo>
                    <a:pt x="3728212" y="0"/>
                  </a:lnTo>
                  <a:lnTo>
                    <a:pt x="3728212" y="3160522"/>
                  </a:lnTo>
                  <a:lnTo>
                    <a:pt x="0" y="3160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533032" y="6080703"/>
            <a:ext cx="4204535" cy="1758629"/>
            <a:chOff x="0" y="0"/>
            <a:chExt cx="5606047" cy="23448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6034" cy="2344801"/>
            </a:xfrm>
            <a:custGeom>
              <a:avLst/>
              <a:gdLst/>
              <a:ahLst/>
              <a:cxnLst/>
              <a:rect r="r" b="b" t="t" l="l"/>
              <a:pathLst>
                <a:path h="2344801" w="5606034">
                  <a:moveTo>
                    <a:pt x="0" y="0"/>
                  </a:moveTo>
                  <a:lnTo>
                    <a:pt x="5606034" y="0"/>
                  </a:lnTo>
                  <a:lnTo>
                    <a:pt x="5606034" y="2344801"/>
                  </a:lnTo>
                  <a:lnTo>
                    <a:pt x="0" y="2344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01660"/>
            <a:ext cx="18288000" cy="10388660"/>
            <a:chOff x="0" y="0"/>
            <a:chExt cx="24384000" cy="13851547"/>
          </a:xfrm>
        </p:grpSpPr>
        <p:sp>
          <p:nvSpPr>
            <p:cNvPr name="Freeform 3" id="3" descr="A hand holding a blow dryer  Description automatically generated"/>
            <p:cNvSpPr/>
            <p:nvPr/>
          </p:nvSpPr>
          <p:spPr>
            <a:xfrm flipH="false" flipV="false" rot="0">
              <a:off x="0" y="0"/>
              <a:ext cx="24384000" cy="13851510"/>
            </a:xfrm>
            <a:custGeom>
              <a:avLst/>
              <a:gdLst/>
              <a:ahLst/>
              <a:cxnLst/>
              <a:rect r="r" b="b" t="t" l="l"/>
              <a:pathLst>
                <a:path h="1385151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851510"/>
                  </a:lnTo>
                  <a:lnTo>
                    <a:pt x="0" y="13851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62680" b="50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101660"/>
            <a:ext cx="4415238" cy="1688802"/>
            <a:chOff x="0" y="0"/>
            <a:chExt cx="5886983" cy="2251735"/>
          </a:xfrm>
        </p:grpSpPr>
        <p:sp>
          <p:nvSpPr>
            <p:cNvPr name="Freeform 5" id="5" descr="A black and white logo  Description automatically generated"/>
            <p:cNvSpPr/>
            <p:nvPr/>
          </p:nvSpPr>
          <p:spPr>
            <a:xfrm flipH="false" flipV="false" rot="0">
              <a:off x="0" y="0"/>
              <a:ext cx="5886958" cy="2251710"/>
            </a:xfrm>
            <a:custGeom>
              <a:avLst/>
              <a:gdLst/>
              <a:ahLst/>
              <a:cxnLst/>
              <a:rect r="r" b="b" t="t" l="l"/>
              <a:pathLst>
                <a:path h="2251710" w="5886958">
                  <a:moveTo>
                    <a:pt x="0" y="0"/>
                  </a:moveTo>
                  <a:lnTo>
                    <a:pt x="5886958" y="0"/>
                  </a:lnTo>
                  <a:lnTo>
                    <a:pt x="5886958" y="2251710"/>
                  </a:lnTo>
                  <a:lnTo>
                    <a:pt x="0" y="2251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12252" y="5280670"/>
            <a:ext cx="3151375" cy="2096072"/>
            <a:chOff x="0" y="0"/>
            <a:chExt cx="4201833" cy="2794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1795" cy="2794762"/>
            </a:xfrm>
            <a:custGeom>
              <a:avLst/>
              <a:gdLst/>
              <a:ahLst/>
              <a:cxnLst/>
              <a:rect r="r" b="b" t="t" l="l"/>
              <a:pathLst>
                <a:path h="2794762" w="4201795">
                  <a:moveTo>
                    <a:pt x="0" y="0"/>
                  </a:moveTo>
                  <a:lnTo>
                    <a:pt x="4201795" y="0"/>
                  </a:lnTo>
                  <a:lnTo>
                    <a:pt x="4201795" y="2794762"/>
                  </a:lnTo>
                  <a:lnTo>
                    <a:pt x="0" y="279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634" t="0" r="-663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44982" y="6528973"/>
            <a:ext cx="3467471" cy="1695536"/>
            <a:chOff x="0" y="0"/>
            <a:chExt cx="4623295" cy="22607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23308" cy="2260727"/>
            </a:xfrm>
            <a:custGeom>
              <a:avLst/>
              <a:gdLst/>
              <a:ahLst/>
              <a:cxnLst/>
              <a:rect r="r" b="b" t="t" l="l"/>
              <a:pathLst>
                <a:path h="2260727" w="4623308">
                  <a:moveTo>
                    <a:pt x="0" y="0"/>
                  </a:moveTo>
                  <a:lnTo>
                    <a:pt x="4623308" y="0"/>
                  </a:lnTo>
                  <a:lnTo>
                    <a:pt x="4623308" y="2260727"/>
                  </a:lnTo>
                  <a:lnTo>
                    <a:pt x="0" y="2260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71" r="0" b="-18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621" y="3958295"/>
            <a:ext cx="2796111" cy="2370411"/>
            <a:chOff x="0" y="0"/>
            <a:chExt cx="3728148" cy="31605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28212" cy="3160522"/>
            </a:xfrm>
            <a:custGeom>
              <a:avLst/>
              <a:gdLst/>
              <a:ahLst/>
              <a:cxnLst/>
              <a:rect r="r" b="b" t="t" l="l"/>
              <a:pathLst>
                <a:path h="3160522" w="3728212">
                  <a:moveTo>
                    <a:pt x="0" y="0"/>
                  </a:moveTo>
                  <a:lnTo>
                    <a:pt x="3728212" y="0"/>
                  </a:lnTo>
                  <a:lnTo>
                    <a:pt x="3728212" y="3160522"/>
                  </a:lnTo>
                  <a:lnTo>
                    <a:pt x="0" y="3160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12252" y="3330780"/>
            <a:ext cx="3668268" cy="1560747"/>
            <a:chOff x="0" y="0"/>
            <a:chExt cx="4891024" cy="2080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91024" cy="2081022"/>
            </a:xfrm>
            <a:custGeom>
              <a:avLst/>
              <a:gdLst/>
              <a:ahLst/>
              <a:cxnLst/>
              <a:rect r="r" b="b" t="t" l="l"/>
              <a:pathLst>
                <a:path h="2081022" w="4891024">
                  <a:moveTo>
                    <a:pt x="0" y="0"/>
                  </a:moveTo>
                  <a:lnTo>
                    <a:pt x="4891024" y="0"/>
                  </a:lnTo>
                  <a:lnTo>
                    <a:pt x="4891024" y="2081022"/>
                  </a:lnTo>
                  <a:lnTo>
                    <a:pt x="0" y="2081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61" t="0" r="-861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09F18DF62D1648846D494D5F1B8149" ma:contentTypeVersion="14" ma:contentTypeDescription="Create a new document." ma:contentTypeScope="" ma:versionID="5731bd93d304a45588baf21878a86fb1">
  <xsd:schema xmlns:xsd="http://www.w3.org/2001/XMLSchema" xmlns:xs="http://www.w3.org/2001/XMLSchema" xmlns:p="http://schemas.microsoft.com/office/2006/metadata/properties" xmlns:ns2="42c14669-0445-445d-9f78-394266d22113" xmlns:ns3="c6121ade-c906-49aa-8625-2611fef7e3d5" targetNamespace="http://schemas.microsoft.com/office/2006/metadata/properties" ma:root="true" ma:fieldsID="e0d10a845746db44e83c85125e979dac" ns2:_="" ns3:_="">
    <xsd:import namespace="42c14669-0445-445d-9f78-394266d22113"/>
    <xsd:import namespace="c6121ade-c906-49aa-8625-2611fef7e3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c14669-0445-445d-9f78-394266d221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6624216-d583-4636-a04d-17921d6eaf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121ade-c906-49aa-8625-2611fef7e3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eaa1f8d-e8b7-4a5a-82c5-9576e9dfd197}" ma:internalName="TaxCatchAll" ma:showField="CatchAllData" ma:web="c6121ade-c906-49aa-8625-2611fef7e3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c14669-0445-445d-9f78-394266d22113">
      <Terms xmlns="http://schemas.microsoft.com/office/infopath/2007/PartnerControls"/>
    </lcf76f155ced4ddcb4097134ff3c332f>
    <TaxCatchAll xmlns="c6121ade-c906-49aa-8625-2611fef7e3d5" xsi:nil="true"/>
  </documentManagement>
</p:properties>
</file>

<file path=customXml/itemProps1.xml><?xml version="1.0" encoding="utf-8"?>
<ds:datastoreItem xmlns:ds="http://schemas.openxmlformats.org/officeDocument/2006/customXml" ds:itemID="{3595E7D9-25BA-45F5-B4DF-B2CAF5ACA214}"/>
</file>

<file path=customXml/itemProps2.xml><?xml version="1.0" encoding="utf-8"?>
<ds:datastoreItem xmlns:ds="http://schemas.openxmlformats.org/officeDocument/2006/customXml" ds:itemID="{E37FC6D7-F4F6-42B3-943F-3F08565FDD1A}"/>
</file>

<file path=customXml/itemProps3.xml><?xml version="1.0" encoding="utf-8"?>
<ds:datastoreItem xmlns:ds="http://schemas.openxmlformats.org/officeDocument/2006/customXml" ds:itemID="{99E265BC-5A95-4E7D-9345-D9FEA9CD427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reach_v2.pptx</dc:title>
  <cp:revision>1</cp:revision>
  <dcterms:created xsi:type="dcterms:W3CDTF">2006-08-16T00:00:00Z</dcterms:created>
  <dcterms:modified xsi:type="dcterms:W3CDTF">2011-08-01T06:04:30Z</dcterms:modified>
  <dc:identifier>DAHI6jMu1YA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0x0101008309F18DF62D1648846D494D5F1B8149</vt:lpwstr>
  </property>
</Properties>
</file>