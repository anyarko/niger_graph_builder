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39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2074" y="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" userId="38c7c9c3-dbb7-42af-bb01-9646eed4d7f5" providerId="ADAL" clId="{50AF65C4-088F-4807-B6D5-C0407A5DE873}"/>
    <pc:docChg chg="undo custSel addSld modSld">
      <pc:chgData name="Albert" userId="38c7c9c3-dbb7-42af-bb01-9646eed4d7f5" providerId="ADAL" clId="{50AF65C4-088F-4807-B6D5-C0407A5DE873}" dt="2026-05-06T18:33:54.635" v="150" actId="1076"/>
      <pc:docMkLst>
        <pc:docMk/>
      </pc:docMkLst>
      <pc:sldChg chg="modSp mod">
        <pc:chgData name="Albert" userId="38c7c9c3-dbb7-42af-bb01-9646eed4d7f5" providerId="ADAL" clId="{50AF65C4-088F-4807-B6D5-C0407A5DE873}" dt="2026-05-06T18:29:15.269" v="4" actId="1076"/>
        <pc:sldMkLst>
          <pc:docMk/>
          <pc:sldMk cId="0" sldId="256"/>
        </pc:sldMkLst>
        <pc:grpChg chg="mod">
          <ac:chgData name="Albert" userId="38c7c9c3-dbb7-42af-bb01-9646eed4d7f5" providerId="ADAL" clId="{50AF65C4-088F-4807-B6D5-C0407A5DE873}" dt="2026-05-06T18:29:15.269" v="4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add mod setBg">
        <pc:chgData name="Albert" userId="38c7c9c3-dbb7-42af-bb01-9646eed4d7f5" providerId="ADAL" clId="{50AF65C4-088F-4807-B6D5-C0407A5DE873}" dt="2026-05-06T18:33:54.635" v="150" actId="1076"/>
        <pc:sldMkLst>
          <pc:docMk/>
          <pc:sldMk cId="434327424" sldId="390"/>
        </pc:sldMkLst>
        <pc:spChg chg="del">
          <ac:chgData name="Albert" userId="38c7c9c3-dbb7-42af-bb01-9646eed4d7f5" providerId="ADAL" clId="{50AF65C4-088F-4807-B6D5-C0407A5DE873}" dt="2026-05-06T18:29:09.835" v="1" actId="478"/>
          <ac:spMkLst>
            <pc:docMk/>
            <pc:sldMk cId="434327424" sldId="390"/>
            <ac:spMk id="2" creationId="{444C6ECC-EE2A-D6C4-F87F-31DD70F29C29}"/>
          </ac:spMkLst>
        </pc:spChg>
        <pc:spChg chg="del">
          <ac:chgData name="Albert" userId="38c7c9c3-dbb7-42af-bb01-9646eed4d7f5" providerId="ADAL" clId="{50AF65C4-088F-4807-B6D5-C0407A5DE873}" dt="2026-05-06T18:29:09.835" v="1" actId="478"/>
          <ac:spMkLst>
            <pc:docMk/>
            <pc:sldMk cId="434327424" sldId="390"/>
            <ac:spMk id="3" creationId="{07895339-D6FF-F0F3-C914-76B5899566F7}"/>
          </ac:spMkLst>
        </pc:spChg>
        <pc:spChg chg="del">
          <ac:chgData name="Albert" userId="38c7c9c3-dbb7-42af-bb01-9646eed4d7f5" providerId="ADAL" clId="{50AF65C4-088F-4807-B6D5-C0407A5DE873}" dt="2026-05-06T18:29:10.955" v="2" actId="478"/>
          <ac:spMkLst>
            <pc:docMk/>
            <pc:sldMk cId="434327424" sldId="390"/>
            <ac:spMk id="4" creationId="{013259A8-DAAC-7F2A-7631-129E8044FC6B}"/>
          </ac:spMkLst>
        </pc:spChg>
        <pc:spChg chg="del">
          <ac:chgData name="Albert" userId="38c7c9c3-dbb7-42af-bb01-9646eed4d7f5" providerId="ADAL" clId="{50AF65C4-088F-4807-B6D5-C0407A5DE873}" dt="2026-05-06T18:29:09.835" v="1" actId="478"/>
          <ac:spMkLst>
            <pc:docMk/>
            <pc:sldMk cId="434327424" sldId="390"/>
            <ac:spMk id="5" creationId="{1ADEC538-0CB2-237B-DD99-0F749FB30E69}"/>
          </ac:spMkLst>
        </pc:spChg>
        <pc:spChg chg="add mod">
          <ac:chgData name="Albert" userId="38c7c9c3-dbb7-42af-bb01-9646eed4d7f5" providerId="ADAL" clId="{50AF65C4-088F-4807-B6D5-C0407A5DE873}" dt="2026-05-06T18:33:53.371" v="149" actId="1076"/>
          <ac:spMkLst>
            <pc:docMk/>
            <pc:sldMk cId="434327424" sldId="390"/>
            <ac:spMk id="6" creationId="{AA081415-389F-418A-AEA1-3116D6BA15A7}"/>
          </ac:spMkLst>
        </pc:spChg>
        <pc:spChg chg="add mod">
          <ac:chgData name="Albert" userId="38c7c9c3-dbb7-42af-bb01-9646eed4d7f5" providerId="ADAL" clId="{50AF65C4-088F-4807-B6D5-C0407A5DE873}" dt="2026-05-06T18:33:54.635" v="150" actId="1076"/>
          <ac:spMkLst>
            <pc:docMk/>
            <pc:sldMk cId="434327424" sldId="390"/>
            <ac:spMk id="7" creationId="{8B65D144-2D30-4C21-AD03-F4BCCB067F97}"/>
          </ac:spMkLst>
        </pc:spChg>
        <pc:spChg chg="add mod">
          <ac:chgData name="Albert" userId="38c7c9c3-dbb7-42af-bb01-9646eed4d7f5" providerId="ADAL" clId="{50AF65C4-088F-4807-B6D5-C0407A5DE873}" dt="2026-05-06T18:33:50.247" v="147" actId="1076"/>
          <ac:spMkLst>
            <pc:docMk/>
            <pc:sldMk cId="434327424" sldId="390"/>
            <ac:spMk id="8" creationId="{5C2A5305-47BD-4AC0-B7D1-8F5BD23DEC81}"/>
          </ac:spMkLst>
        </pc:spChg>
        <pc:spChg chg="add mod">
          <ac:chgData name="Albert" userId="38c7c9c3-dbb7-42af-bb01-9646eed4d7f5" providerId="ADAL" clId="{50AF65C4-088F-4807-B6D5-C0407A5DE873}" dt="2026-05-06T18:33:52.027" v="148" actId="1076"/>
          <ac:spMkLst>
            <pc:docMk/>
            <pc:sldMk cId="434327424" sldId="390"/>
            <ac:spMk id="9" creationId="{573E87D0-E82F-4826-B767-D8962E55DC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blow dryer&#10;&#10;Description automatically generated">
            <a:extLst>
              <a:ext uri="{FF2B5EF4-FFF2-40B4-BE49-F238E27FC236}">
                <a16:creationId xmlns:a16="http://schemas.microsoft.com/office/drawing/2014/main" id="{29BEEFF3-4ADD-7A22-0E01-39394B4C42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4464" b="-505"/>
          <a:stretch/>
        </p:blipFill>
        <p:spPr>
          <a:xfrm>
            <a:off x="0" y="-101664"/>
            <a:ext cx="18288000" cy="10388664"/>
          </a:xfrm>
          <a:prstGeom prst="rect">
            <a:avLst/>
          </a:prstGeom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87051EF0-A3DE-6CC6-7FB7-69634DED9E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927609" y="8248652"/>
            <a:ext cx="2700000" cy="1350168"/>
          </a:xfrm>
          <a:solidFill>
            <a:schemeClr val="bg1"/>
          </a:solidFill>
        </p:spPr>
        <p:txBody>
          <a:bodyPr lIns="180000" rIns="18000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Inset a partner logo here or remove this box if not needed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54BEC63-1276-D73F-6E8D-64F2FF3847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175" y="7811426"/>
            <a:ext cx="7019937" cy="54104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685800" indent="0">
              <a:buNone/>
              <a:defRPr>
                <a:solidFill>
                  <a:schemeClr val="bg1"/>
                </a:solidFill>
              </a:defRPr>
            </a:lvl2pPr>
            <a:lvl3pPr marL="1371600" indent="0">
              <a:buNone/>
              <a:defRPr>
                <a:solidFill>
                  <a:schemeClr val="bg1"/>
                </a:solidFill>
              </a:defRPr>
            </a:lvl3pPr>
            <a:lvl4pPr marL="2057400" indent="0">
              <a:buNone/>
              <a:defRPr>
                <a:solidFill>
                  <a:schemeClr val="bg1"/>
                </a:solidFill>
              </a:defRPr>
            </a:lvl4pPr>
            <a:lvl5pPr marL="27432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Name of presenter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D2952EF-E6DB-4C48-B20B-247CE28572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8984" y="5921629"/>
            <a:ext cx="7019820" cy="8309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GB" dirty="0"/>
              <a:t>Your subheading goes here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8B6B83-73D3-39B9-342E-9B160749B2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984" y="2943933"/>
            <a:ext cx="7019820" cy="2416815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l">
              <a:lnSpc>
                <a:spcPts val="9000"/>
              </a:lnSpc>
              <a:defRPr sz="9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The title goes here</a:t>
            </a:r>
            <a:endParaRPr lang="en-US" dirty="0"/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D9047016-500B-5510-489F-FE36D650E0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101664"/>
            <a:ext cx="4415241" cy="168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06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A painting of a person flying  Description automatically generated"/>
            <p:cNvSpPr/>
            <p:nvPr/>
          </p:nvSpPr>
          <p:spPr>
            <a:xfrm>
              <a:off x="0" y="0"/>
              <a:ext cx="24384014" cy="13716000"/>
            </a:xfrm>
            <a:custGeom>
              <a:avLst/>
              <a:gdLst/>
              <a:ahLst/>
              <a:cxnLst/>
              <a:rect l="l" t="t" r="r" b="b"/>
              <a:pathLst>
                <a:path w="24384014" h="13716000">
                  <a:moveTo>
                    <a:pt x="0" y="0"/>
                  </a:moveTo>
                  <a:lnTo>
                    <a:pt x="24384014" y="0"/>
                  </a:lnTo>
                  <a:lnTo>
                    <a:pt x="2438401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565" r="-55238" b="-20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3654828" cy="1397946"/>
            <a:chOff x="0" y="0"/>
            <a:chExt cx="4873104" cy="1863928"/>
          </a:xfrm>
        </p:grpSpPr>
        <p:sp>
          <p:nvSpPr>
            <p:cNvPr id="5" name="Freeform 5" descr="A black and white logo  Description automatically generated"/>
            <p:cNvSpPr/>
            <p:nvPr/>
          </p:nvSpPr>
          <p:spPr>
            <a:xfrm>
              <a:off x="0" y="0"/>
              <a:ext cx="4873117" cy="1863979"/>
            </a:xfrm>
            <a:custGeom>
              <a:avLst/>
              <a:gdLst/>
              <a:ahLst/>
              <a:cxnLst/>
              <a:rect l="l" t="t" r="r" b="b"/>
              <a:pathLst>
                <a:path w="4873117" h="1863979">
                  <a:moveTo>
                    <a:pt x="0" y="0"/>
                  </a:moveTo>
                  <a:lnTo>
                    <a:pt x="4873117" y="0"/>
                  </a:lnTo>
                  <a:lnTo>
                    <a:pt x="4873117" y="1863979"/>
                  </a:lnTo>
                  <a:lnTo>
                    <a:pt x="0" y="1863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8278629" y="4603857"/>
            <a:ext cx="3800723" cy="2231820"/>
          </a:xfrm>
          <a:custGeom>
            <a:avLst/>
            <a:gdLst/>
            <a:ahLst/>
            <a:cxnLst/>
            <a:rect l="l" t="t" r="r" b="b"/>
            <a:pathLst>
              <a:path w="3800723" h="2231820">
                <a:moveTo>
                  <a:pt x="0" y="0"/>
                </a:moveTo>
                <a:lnTo>
                  <a:pt x="3800723" y="0"/>
                </a:lnTo>
                <a:lnTo>
                  <a:pt x="3800723" y="2231820"/>
                </a:lnTo>
                <a:lnTo>
                  <a:pt x="0" y="22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61902" y="2613051"/>
            <a:ext cx="3943181" cy="2000331"/>
          </a:xfrm>
          <a:custGeom>
            <a:avLst/>
            <a:gdLst/>
            <a:ahLst/>
            <a:cxnLst/>
            <a:rect l="l" t="t" r="r" b="b"/>
            <a:pathLst>
              <a:path w="3943181" h="2000331">
                <a:moveTo>
                  <a:pt x="0" y="0"/>
                </a:moveTo>
                <a:lnTo>
                  <a:pt x="3943181" y="0"/>
                </a:lnTo>
                <a:lnTo>
                  <a:pt x="3943181" y="2000331"/>
                </a:lnTo>
                <a:lnTo>
                  <a:pt x="0" y="2000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380123" y="3580579"/>
            <a:ext cx="2796112" cy="2370406"/>
          </a:xfrm>
          <a:custGeom>
            <a:avLst/>
            <a:gdLst/>
            <a:ahLst/>
            <a:cxnLst/>
            <a:rect l="l" t="t" r="r" b="b"/>
            <a:pathLst>
              <a:path w="2796112" h="2370406">
                <a:moveTo>
                  <a:pt x="0" y="0"/>
                </a:moveTo>
                <a:lnTo>
                  <a:pt x="2796112" y="0"/>
                </a:lnTo>
                <a:lnTo>
                  <a:pt x="2796112" y="2370406"/>
                </a:lnTo>
                <a:lnTo>
                  <a:pt x="0" y="2370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533035" y="6080706"/>
            <a:ext cx="4204538" cy="1758629"/>
          </a:xfrm>
          <a:custGeom>
            <a:avLst/>
            <a:gdLst/>
            <a:ahLst/>
            <a:cxnLst/>
            <a:rect l="l" t="t" r="r" b="b"/>
            <a:pathLst>
              <a:path w="4204538" h="1758629">
                <a:moveTo>
                  <a:pt x="0" y="0"/>
                </a:moveTo>
                <a:lnTo>
                  <a:pt x="4204537" y="0"/>
                </a:lnTo>
                <a:lnTo>
                  <a:pt x="4204537" y="1758629"/>
                </a:lnTo>
                <a:lnTo>
                  <a:pt x="0" y="1758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A081415-389F-418A-AEA1-3116D6BA15A7}"/>
              </a:ext>
            </a:extLst>
          </p:cNvPr>
          <p:cNvSpPr/>
          <p:nvPr/>
        </p:nvSpPr>
        <p:spPr>
          <a:xfrm>
            <a:off x="11582400" y="5240316"/>
            <a:ext cx="3151372" cy="2096069"/>
          </a:xfrm>
          <a:custGeom>
            <a:avLst/>
            <a:gdLst/>
            <a:ahLst/>
            <a:cxnLst/>
            <a:rect l="l" t="t" r="r" b="b"/>
            <a:pathLst>
              <a:path w="3800723" h="2231820">
                <a:moveTo>
                  <a:pt x="0" y="0"/>
                </a:moveTo>
                <a:lnTo>
                  <a:pt x="3800723" y="0"/>
                </a:lnTo>
                <a:lnTo>
                  <a:pt x="3800723" y="2231820"/>
                </a:lnTo>
                <a:lnTo>
                  <a:pt x="0" y="223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B65D144-2D30-4C21-AD03-F4BCCB067F97}"/>
              </a:ext>
            </a:extLst>
          </p:cNvPr>
          <p:cNvSpPr/>
          <p:nvPr/>
        </p:nvSpPr>
        <p:spPr>
          <a:xfrm>
            <a:off x="7836583" y="6288350"/>
            <a:ext cx="3467473" cy="1695531"/>
          </a:xfrm>
          <a:custGeom>
            <a:avLst/>
            <a:gdLst/>
            <a:ahLst/>
            <a:cxnLst/>
            <a:rect l="l" t="t" r="r" b="b"/>
            <a:pathLst>
              <a:path w="3943181" h="2000331">
                <a:moveTo>
                  <a:pt x="0" y="0"/>
                </a:moveTo>
                <a:lnTo>
                  <a:pt x="3943181" y="0"/>
                </a:lnTo>
                <a:lnTo>
                  <a:pt x="3943181" y="2000331"/>
                </a:lnTo>
                <a:lnTo>
                  <a:pt x="0" y="2000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C2A5305-47BD-4AC0-B7D1-8F5BD23DEC81}"/>
              </a:ext>
            </a:extLst>
          </p:cNvPr>
          <p:cNvSpPr/>
          <p:nvPr/>
        </p:nvSpPr>
        <p:spPr>
          <a:xfrm>
            <a:off x="8229600" y="3695700"/>
            <a:ext cx="2796112" cy="2370406"/>
          </a:xfrm>
          <a:custGeom>
            <a:avLst/>
            <a:gdLst/>
            <a:ahLst/>
            <a:cxnLst/>
            <a:rect l="l" t="t" r="r" b="b"/>
            <a:pathLst>
              <a:path w="2796112" h="2370406">
                <a:moveTo>
                  <a:pt x="0" y="0"/>
                </a:moveTo>
                <a:lnTo>
                  <a:pt x="2796112" y="0"/>
                </a:lnTo>
                <a:lnTo>
                  <a:pt x="2796112" y="2370406"/>
                </a:lnTo>
                <a:lnTo>
                  <a:pt x="0" y="237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73E87D0-E82F-4826-B767-D8962E55DC4D}"/>
              </a:ext>
            </a:extLst>
          </p:cNvPr>
          <p:cNvSpPr/>
          <p:nvPr/>
        </p:nvSpPr>
        <p:spPr>
          <a:xfrm>
            <a:off x="11163673" y="3468266"/>
            <a:ext cx="3668270" cy="1560744"/>
          </a:xfrm>
          <a:custGeom>
            <a:avLst/>
            <a:gdLst/>
            <a:ahLst/>
            <a:cxnLst/>
            <a:rect l="l" t="t" r="r" b="b"/>
            <a:pathLst>
              <a:path w="4204538" h="1758629">
                <a:moveTo>
                  <a:pt x="0" y="0"/>
                </a:moveTo>
                <a:lnTo>
                  <a:pt x="4204537" y="0"/>
                </a:lnTo>
                <a:lnTo>
                  <a:pt x="4204537" y="1758629"/>
                </a:lnTo>
                <a:lnTo>
                  <a:pt x="0" y="1758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34327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09F18DF62D1648846D494D5F1B8149" ma:contentTypeVersion="14" ma:contentTypeDescription="Create a new document." ma:contentTypeScope="" ma:versionID="5731bd93d304a45588baf21878a86fb1">
  <xsd:schema xmlns:xsd="http://www.w3.org/2001/XMLSchema" xmlns:xs="http://www.w3.org/2001/XMLSchema" xmlns:p="http://schemas.microsoft.com/office/2006/metadata/properties" xmlns:ns2="42c14669-0445-445d-9f78-394266d22113" xmlns:ns3="c6121ade-c906-49aa-8625-2611fef7e3d5" targetNamespace="http://schemas.microsoft.com/office/2006/metadata/properties" ma:root="true" ma:fieldsID="e0d10a845746db44e83c85125e979dac" ns2:_="" ns3:_="">
    <xsd:import namespace="42c14669-0445-445d-9f78-394266d22113"/>
    <xsd:import namespace="c6121ade-c906-49aa-8625-2611fef7e3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14669-0445-445d-9f78-394266d221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624216-d583-4636-a04d-17921d6eaf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121ade-c906-49aa-8625-2611fef7e3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eaa1f8d-e8b7-4a5a-82c5-9576e9dfd197}" ma:internalName="TaxCatchAll" ma:showField="CatchAllData" ma:web="c6121ade-c906-49aa-8625-2611fef7e3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c14669-0445-445d-9f78-394266d22113">
      <Terms xmlns="http://schemas.microsoft.com/office/infopath/2007/PartnerControls"/>
    </lcf76f155ced4ddcb4097134ff3c332f>
    <TaxCatchAll xmlns="c6121ade-c906-49aa-8625-2611fef7e3d5" xsi:nil="true"/>
  </documentManagement>
</p:properties>
</file>

<file path=customXml/itemProps1.xml><?xml version="1.0" encoding="utf-8"?>
<ds:datastoreItem xmlns:ds="http://schemas.openxmlformats.org/officeDocument/2006/customXml" ds:itemID="{0D8FA6B4-527B-479A-9739-24CA3EE2D3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c14669-0445-445d-9f78-394266d22113"/>
    <ds:schemaRef ds:uri="c6121ade-c906-49aa-8625-2611fef7e3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6082CE-7EBE-4D1E-98E0-9BBD9C2402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324CC9-5B61-4CAC-A84D-6EC4188E18D7}">
  <ds:schemaRefs>
    <ds:schemaRef ds:uri="http://schemas.microsoft.com/office/2006/metadata/properties"/>
    <ds:schemaRef ds:uri="http://schemas.microsoft.com/office/infopath/2007/PartnerControls"/>
    <ds:schemaRef ds:uri="42c14669-0445-445d-9f78-394266d22113"/>
    <ds:schemaRef ds:uri="c6121ade-c906-49aa-8625-2611fef7e3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reach.pptx</dc:title>
  <cp:lastModifiedBy>Albert Nyarko-Agyei</cp:lastModifiedBy>
  <cp:revision>1</cp:revision>
  <dcterms:created xsi:type="dcterms:W3CDTF">2006-08-16T00:00:00Z</dcterms:created>
  <dcterms:modified xsi:type="dcterms:W3CDTF">2026-05-06T18:34:20Z</dcterms:modified>
  <dc:identifier>DAHI6rlJYZ4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0x0101008309F18DF62D1648846D494D5F1B8149</vt:lpwstr>
  </property>
  <property fmtid="{D5CDD505-2E9C-101B-9397-08002B2CF9AE}" pid="3" name="MediaServiceImageTags">
    <vt:lpwstr/>
  </property>
</Properties>
</file>